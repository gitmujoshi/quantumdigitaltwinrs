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TwinSentry-RS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Twin Control Plane — Training Overview</a:t>
            </a:r>
          </a:p>
          <a:p>
            <a:r>
              <a:t>Quantum &amp; Software Tracks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Align quantum and software roles on one architecture</a:t>
            </a:r>
          </a:p>
          <a:p>
            <a:pPr>
              <a:defRPr sz="1800"/>
            </a:pPr>
            <a:r>
              <a:t>Know what the twin simulates — and what it does not</a:t>
            </a:r>
          </a:p>
          <a:p>
            <a:pPr>
              <a:defRPr sz="1800"/>
            </a:pPr>
            <a:r>
              <a:t>Trace intent → BAML → Rust → Langfuse end-to-end</a:t>
            </a:r>
          </a:p>
          <a:p>
            <a:pPr>
              <a:defRPr sz="1800"/>
            </a:pPr>
            <a:r>
              <a:t>Build the Rust core and Python extension locally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TwinSentry-RS?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Bridges AI intent and low-level pulse execution</a:t>
            </a:r>
          </a:p>
          <a:p>
            <a:pPr>
              <a:defRPr sz="1800"/>
            </a:pPr>
            <a:r>
              <a:t>Policy-validated pulses (BAML) + deterministic simulation (Rust)</a:t>
            </a:r>
          </a:p>
          <a:p>
            <a:pPr>
              <a:defRPr sz="1800"/>
            </a:pPr>
            <a:r>
              <a:t>Observable runs via self-hosted Langfuse on GCP/VPC</a:t>
            </a:r>
          </a:p>
          <a:p>
            <a:pPr>
              <a:defRPr sz="1800"/>
            </a:pPr>
            <a:r>
              <a:t>Rust simulation core has no network — queue-only ingress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Safety: BAML schema + asserts / checks (PEP-style enforcement)</a:t>
            </a:r>
          </a:p>
          <a:p>
            <a:pPr>
              <a:defRPr sz="1800"/>
            </a:pPr>
            <a:r>
              <a:t>Fidelity: 2-qubit TDSE, RK4, SIMD-friendly ℂ⁴ ops, SPSC updates</a:t>
            </a:r>
          </a:p>
          <a:p>
            <a:pPr>
              <a:defRPr sz="1800"/>
            </a:pPr>
            <a:r>
              <a:t>Auditability: full trace ID from intent to fidelity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Control plane: Python, BAML, Langfuse, future Streamlit UI</a:t>
            </a:r>
          </a:p>
          <a:p>
            <a:pPr>
              <a:defRPr sz="1800"/>
            </a:pPr>
            <a:r>
              <a:t>Data plane: Rust crate twin_sentry — state, Hamiltonian, RK4</a:t>
            </a:r>
          </a:p>
          <a:p>
            <a:pPr>
              <a:defRPr sz="1800"/>
            </a:pPr>
            <a:r>
              <a:t>Bridge: PyO3 extension twin_sentry._native</a:t>
            </a:r>
          </a:p>
          <a:p>
            <a:pPr>
              <a:defRPr sz="1800"/>
            </a:pPr>
            <a:r>
              <a:t>Observability: docker-compose Langfuse stack (Postgres, ClickHouse, …)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track — State &amp;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2-qubit ket in ℂ⁴: |00⟩ … |11⟩ (computational basis)</a:t>
            </a:r>
          </a:p>
          <a:p>
            <a:pPr>
              <a:defRPr sz="1800"/>
            </a:pPr>
            <a:r>
              <a:t>dψ/dt = −i H(t) ψ — integrated with RK4 (see src/rk4.rs)</a:t>
            </a:r>
          </a:p>
          <a:p>
            <a:pPr>
              <a:defRPr sz="1800"/>
            </a:pPr>
            <a:r>
              <a:t>Hamiltonian: Kronecker-built 4×4 H; drive + Zeeman-style splits</a:t>
            </a:r>
          </a:p>
          <a:p>
            <a:pPr>
              <a:defRPr sz="1800"/>
            </a:pPr>
            <a:r>
              <a:t>fidelity_ground ≈ population of |00⟩ — simple proxy, not full tomography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track — Pulses &amp;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BAML: QuantumPulse (amplitude, frequency, duration, gate_type)</a:t>
            </a:r>
          </a:p>
          <a:p>
            <a:pPr>
              <a:defRPr sz="1800"/>
            </a:pPr>
            <a:r>
              <a:t>Optional NoiseProfile: T2 / thermal as capped relative scales</a:t>
            </a:r>
          </a:p>
          <a:p>
            <a:pPr>
              <a:defRPr sz="1800"/>
            </a:pPr>
            <a:r>
              <a:t>Asserts: hard-stop invalid outputs; checks: inspectable policy bands</a:t>
            </a:r>
          </a:p>
          <a:p>
            <a:pPr>
              <a:defRPr sz="1800"/>
            </a:pPr>
            <a:r>
              <a:t>Rust PulseCommand: maps to Hamiltonian parameters for the twin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track — Repository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baml_src/*.baml — contracts &amp; Gemini client</a:t>
            </a:r>
          </a:p>
          <a:p>
            <a:pPr>
              <a:defRPr sz="1800"/>
            </a:pPr>
            <a:r>
              <a:t>baml_client/ — generated Python (baml-cli generate)</a:t>
            </a:r>
          </a:p>
          <a:p>
            <a:pPr>
              <a:defRPr sz="1800"/>
            </a:pPr>
            <a:r>
              <a:t>src/*.rs — physics, SIMD ops, SPSC, twin, bridge (PyO3)</a:t>
            </a:r>
          </a:p>
          <a:p>
            <a:pPr>
              <a:defRPr sz="1800"/>
            </a:pPr>
            <a:r>
              <a:t>python/twin_sentry/ — package + controller.py</a:t>
            </a:r>
          </a:p>
          <a:p>
            <a:pPr>
              <a:defRPr sz="1800"/>
            </a:pPr>
            <a:r>
              <a:t>docker-compose.yaml, cloudbuild.yaml — Langfuse &amp; 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track — Build &amp;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Rust: cargo test --all-features (needs python3-dev on Linux for PyO3)</a:t>
            </a:r>
          </a:p>
          <a:p>
            <a:pPr>
              <a:defRPr sz="1800"/>
            </a:pPr>
            <a:r>
              <a:t>Python: maturin develop --features python</a:t>
            </a:r>
          </a:p>
          <a:p>
            <a:pPr>
              <a:defRPr sz="1800"/>
            </a:pPr>
            <a:r>
              <a:t>Env: GOOGLE_API_KEY (BAML), LANGFUSE_* (tracing)</a:t>
            </a:r>
          </a:p>
          <a:p>
            <a:pPr>
              <a:defRPr sz="1800"/>
            </a:pPr>
            <a:r>
              <a:t>Controller: run_twin_pipeline() — spans + fidelity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Joint — 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NL intent → 2. BAML ParsePulseFromIntent</a:t>
            </a:r>
          </a:p>
          <a:p>
            <a:pPr>
              <a:defRPr sz="1800"/>
            </a:pPr>
            <a:r>
              <a:t>3. Map to PulseCommand + noise metadata to Langfuse</a:t>
            </a:r>
          </a:p>
          <a:p>
            <a:pPr>
              <a:defRPr sz="1800"/>
            </a:pPr>
            <a:r>
              <a:t>4. TwinEngine.step / drain / renormalize</a:t>
            </a:r>
          </a:p>
          <a:p>
            <a:pPr>
              <a:defRPr sz="1800"/>
            </a:pPr>
            <a:r>
              <a:t>5. Score fidelity_ground on 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Quantum: vary dt / steps; watch fidelity stability</a:t>
            </a:r>
          </a:p>
          <a:p>
            <a:pPr>
              <a:defRPr sz="1800"/>
            </a:pPr>
            <a:r>
              <a:t>Software: import TwinEngine; push PulseCommand via pulse_queue</a:t>
            </a:r>
          </a:p>
          <a:p>
            <a:pPr>
              <a:defRPr sz="1800"/>
            </a:pPr>
            <a:r>
              <a:t>Joint: run Langfuse locally + one traced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Full narrative: docs/training/TwinSentry-Training-Guide.md</a:t>
            </a:r>
          </a:p>
          <a:p>
            <a:pPr>
              <a:defRPr sz="1800"/>
            </a:pPr>
            <a:r>
              <a:t>Regenerate this deck: python docs/training/build_slides.py</a:t>
            </a:r>
          </a:p>
          <a:p>
            <a:pPr>
              <a:defRPr sz="1800"/>
            </a:pPr>
            <a:r>
              <a:t>Next milestones: Streamlit UI, richer noise, benchmarks vs QuTiP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